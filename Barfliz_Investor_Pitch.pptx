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Nightlife Social App</a:t>
            </a:r>
            <a:endParaRPr lang="en-US" sz="2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LUSH Token on Solana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 •  March 2026  •  v1.6.0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$250B+ global nightlife industry has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social infrastructure.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tells you which bar is actually popping right now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coordinate a crew without 47 group texts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loyalty/rewards system spans across venues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owners have zero visibility into their crowd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&amp; Snapchat show where people were, not where they 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— v1.5.0 (Live)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41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Map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Radar.io geofenced venues with real-time occupancy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Room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GPS-gated venue hub: live chat, vibe polls, photo moments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Swarms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Crew coordination: plan nights, RSVP, group chat, split tabs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 Coins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currency earned via check-ins, streaks, challenges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Gifts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 items across 5 rarity tiers — beer to diamonds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XP &amp; Streaks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badges, 5 daily challenges, leaderboards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contacts, safe arrival check-in, night routes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Venmo/Beem integration, group tab splitting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Vite + React + TypeScript  •  Supabase  •  Radar.io  •  Capacitor (iOS/Android)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LUSH Token Overview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 Coin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Blockchain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 Token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Decimals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(whole coins only)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Mint Authority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(Edge Functions)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Wallet Provider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Privy embedded wallets (email/phone login)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Inflation + Deflationary Burns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fixed supply cap — tokens minted on earn, burned on spend.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Events (Minting)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5669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Venue check-in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venue entry (geofence)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check-in of night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Once per night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7-night streak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streak cycle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14-night streak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streak cycle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30-night streak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streak cycle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60-night streak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streak cycle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100-night streak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streak cycle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Swarm created (3+)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swarm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Cheer sent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cheer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completed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25–75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active, 7-day rotation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user: ~50–80 LUSH/night  •  Power user: ~200–400 LUSH/week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Events (Burning)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5669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 Cost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Beer (50), Balloon (25), Confetti (50)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75–150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Cocktail (100), Rose (100), Fireworks (150)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200–250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Champagne (200), Bouquet (250), Trophy (200)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Legendary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500–1,000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Crown (500), Diamond (1,000)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items total (8 free emoji reactions + 21 paid gifts)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gift costs ~100 LUSH = 1–2 nights of earning consumed per gift sent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Equilibrium Economics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mint per active user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 LUSH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burn per active user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LUSH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daily inflation per user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LUSH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3657600"/>
            <a:ext cx="9966960" cy="18288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DAU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300K minted/day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4023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 burned/day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DAU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663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 minted/day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4663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 burned/day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As friend networks grow, gift-sending increases,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approaching equilibrium. Power users become net deflationary.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Integration — Two-Token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LUSH = Engagement Token  •  USDC = Payment Token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 via check-ins/streaks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 (minted)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 virtual gifts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 (burned)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friends for drinks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(transferred)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tabs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(transferred)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Future: Buy LUSH packs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→ LUSH (treasury)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Future: Venue drink redemption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 → Venue (settled in USDC)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USDC? Stablecoin eliminates volatility for real payments.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on Solana backed by Visa settlement infrastructure.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Distribution at Genesis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Genesis Mint: 10,000,000 LUSH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7432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Rewards Pool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mint for earn events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27432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Founders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1-year cliff, 36-month vest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274320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3566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onboarding incentives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274320" cy="45720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389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Reserve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4389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B4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4389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stability, emergencies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5212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Investors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5212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5212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cliff, 24-month vest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Wallet UX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blockchain is infrastructure, not interface."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signs up with phone number (existing auth)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Privy auto-creates a Solana wallet (invisible)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User sees "Lush Coins: 47" — not "SPL balance: 47"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First check-in mints 10 LUSH (they don't know it's on-chain)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Send a gift → burns LUSH → friend sees gift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4983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Pay a friend → USDC via card → send in-app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never see wallet addresses, transaction hashes, or gas fees.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see coins, gifts, and payments.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Solana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  <a:gridCol w="2651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Ethereum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Base/L2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 Cost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~$0.003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$2–15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$0.01–0.10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Deploy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$50–200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$10–50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Liquidity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$8.1B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UX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finality + near-zero fees = invisible to users.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8B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"waiting for confirmation" screens. No $5 gas on a $2 gift.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Free Growth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free, LUSH earned organically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USDC Launch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$4.5K/mo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 fee on USDC friend payments (10K DAU)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Venue Partners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$74.5K/mo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subscriptions, promoted events (500 venues)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LUSH Packs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$149.7K/mo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LUSH with USDC ($0.99–$9.99 packs, 100K DAU)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137160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real-time, no social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 Map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Passive — shows history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Ticketing 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Partiful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Invites only, no discovery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Rally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tokens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 economy, not nightlife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FWB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community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FWB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Exclusive DAO, not mass-market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Barfliz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Nightlife social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1E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+ gamification + token + venues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Metrics (Pre-Launch)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v1.5.0 shipped, production DB live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major features, 25+ Edge Functions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tables, full RLS security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+ iOS + Android (Capacitor)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Radar.io integration live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Places + OSM bulk import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OTP (Twilio integration ready)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gift items, XP, streaks, badges, challenges, leaderboards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Positioning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LUSH is a utility token, not a security.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investment of money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earn LUSH for free by using the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expectation of profit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and spent in-app, not traded on exchanges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common enterprise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driven by individual engagement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utility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use: virtual gifts, features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Howey mitigations: No ICO, no exchange listing at launch, burn-on-spend,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rollout, Wyoming DUNA consideration for future governance.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0408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token classification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Utility-first design, no ICO, no exchange listing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Crypto friction (users)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Privy embedded wallets — zero crypto UI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inflation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Burn-on-spend model, expanding gift catalog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effects from social graph + venue community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Solana network issues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flag — instant fallback to DB-only economy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seed round to fund: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2608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integration, native app polish, analytics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launches, venue partnerships, influencer marketing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Privy, Solana RPC, Supabase scaling, legal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846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926080" y="4846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buffer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markets: Miami  •  Austin  •  Nashville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nightlife industry has no social infrastructure.</a:t>
            </a:r>
            <a:endParaRPr lang="en-US" sz="2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building it.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3891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LUSH Coin — earned by showing up, spent on social expression.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— real payments. Privy — invisible wallets. Solana — instant and free.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BARFLIZ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Barfliz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Barfliz — Investor Pitch Deck</dc:title>
  <dc:subject>Investor Pitch — LUSH Token Economics</dc:subject>
  <dc:creator>Barfliz</dc:creator>
  <cp:lastModifiedBy>Barfliz</cp:lastModifiedBy>
  <cp:revision>1</cp:revision>
  <dcterms:created xsi:type="dcterms:W3CDTF">2026-03-14T11:06:08Z</dcterms:created>
  <dcterms:modified xsi:type="dcterms:W3CDTF">2026-03-14T11:06:08Z</dcterms:modified>
</cp:coreProperties>
</file>